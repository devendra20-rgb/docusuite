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0" cy="0"/>
  <p:notesSz cx="0" cy="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